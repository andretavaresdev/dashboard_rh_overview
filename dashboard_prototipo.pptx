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2310" y="10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77EC6-567D-89D8-8592-862D5CB15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FB98D0F-6337-61D3-478E-356F78432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A4051A-FFC7-5323-BA80-A3B95B3B1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63E-9711-403E-838B-873E3B1ECE7B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F91ACD-8209-DB1A-4BB6-09204759C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B264A9-B5F7-5D25-1081-1C9CB794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4A073-318A-40F5-A0D7-8E2AA9D5D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4989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F9AB39-C472-A294-4BBC-07E3949C7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B392B0-9445-B44B-C85B-6EFF619A5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B63B4E-62D1-E032-C1E8-15F0CFFE7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63E-9711-403E-838B-873E3B1ECE7B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74DB8F-91AA-BD56-12C7-937FCF5BE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51C490-C3A0-FFD5-AB0C-842FDD6DA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4A073-318A-40F5-A0D7-8E2AA9D5D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7139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5CD480-FB72-D2FB-B0AA-0F14B27A3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D02992-4170-7068-D904-46553C943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1A5A48-F85C-C338-68F2-008354789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63E-9711-403E-838B-873E3B1ECE7B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4781DF-850B-5019-C57E-9CC52A47E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4A46BD-F9F8-4C8D-C8C7-9CF3D0BC9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4A073-318A-40F5-A0D7-8E2AA9D5D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8839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FEC9A5-143A-8767-468F-5B7E4D007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C9BFCD-7453-1893-C4A8-58E3D1EC0C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0BDEA2F-ACBD-B048-313D-8B9680C47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433284-C519-E71B-1907-7E4803C7F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63E-9711-403E-838B-873E3B1ECE7B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4F6AADA-3E70-2CD1-0290-E2096CCF9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E1BBC1-2D74-4CA6-143E-D1B92B24F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4A073-318A-40F5-A0D7-8E2AA9D5D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1365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A46FA3-8D50-10BC-D0C4-0CC1EA9BB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B5F52B-1668-7FBB-722B-1FE00FA0F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A0845EC-3109-A25C-2FCB-C23AB1B1F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D56A685-2F91-5807-7ABA-B3DF3215C8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DA768D9-E8D9-0528-1309-117B80E5D8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22F8671-48D4-2B56-C1E7-85E53841A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63E-9711-403E-838B-873E3B1ECE7B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50DC576-5A50-C67F-B1E8-38AE4048F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E7A2473-305F-1D24-A983-D7B02D5AA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4A073-318A-40F5-A0D7-8E2AA9D5D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484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9B6B13-5989-F7C8-1533-050B1A411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16FF8B0-1495-4FF3-C7BE-F7749A8C1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63E-9711-403E-838B-873E3B1ECE7B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4747813-1F19-87E2-3795-1F684CB5B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121D626-8422-A871-646F-AF92CD527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4A073-318A-40F5-A0D7-8E2AA9D5D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2552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840FF12-A923-8E12-9F1A-1C0F04D13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63E-9711-403E-838B-873E3B1ECE7B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5C8C1DC-0F27-9B59-32CC-718584479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2BD9CC4-B077-45E4-281B-2563C05F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4A073-318A-40F5-A0D7-8E2AA9D5D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295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F2A907-5E01-2F6F-13BC-E8521E8F5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B2DD62-5793-AC44-3666-EBD4F59D7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1AE2AAA-CC0F-47C6-4650-27B53DA5B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D40E867-3649-F0EA-7A5F-88C81A6BC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63E-9711-403E-838B-873E3B1ECE7B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A91F4F-4975-BC36-5939-D09AA86C6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8997304-1199-4BAE-A840-4791F263C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4A073-318A-40F5-A0D7-8E2AA9D5D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0443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880E9D-75F5-6034-DBCC-4C3BE6626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4460910-6986-CC7E-D8EF-B04AEB86D7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E84BB42-B19D-D65F-DE49-97D836538F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CCDE72-BC12-F424-DF90-386857C2B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63E-9711-403E-838B-873E3B1ECE7B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3520DA3-7468-EF18-71A2-8A82C347A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A63D882-8CF6-F880-7DFF-89A08631C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4A073-318A-40F5-A0D7-8E2AA9D5D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422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54A33-1B85-8AF2-4AD3-E1105EBB1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9AFF8E-3827-496A-547E-C785B6F75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8610EE-0E61-520A-563B-8E2064E5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63E-9711-403E-838B-873E3B1ECE7B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DDD3E-CC86-948E-0DEA-261406C21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8EA66E-8E10-F79A-802B-7E5DCA56C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4A073-318A-40F5-A0D7-8E2AA9D5D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5692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FD873FB-7E53-815A-322F-4C357231AF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9DE8853-B42A-4F37-387C-47EAD60F92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4B1E65-3A54-01DF-0560-55333F672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63E-9711-403E-838B-873E3B1ECE7B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6C2D70-DD29-FDFF-59F0-0E01B7EED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E9E5D9-2CD2-3ACD-BCF8-B2D872D99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4A073-318A-40F5-A0D7-8E2AA9D5D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0390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E26464D-954F-6F63-1526-00A00D7F5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218366-5725-AF8A-7F39-D26BE09F1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149E74-575D-255B-FC3E-ABDBADC338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BD463E-9711-403E-838B-873E3B1ECE7B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3470C8-0F72-B867-58FE-E9D46DF820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C3FE93-1109-3F4A-FAFE-E09714E456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74A073-318A-40F5-A0D7-8E2AA9D5D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9687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87D7F70-3119-5DB2-232E-2BC927FB21D9}"/>
              </a:ext>
            </a:extLst>
          </p:cNvPr>
          <p:cNvSpPr/>
          <p:nvPr/>
        </p:nvSpPr>
        <p:spPr>
          <a:xfrm>
            <a:off x="8577944" y="3675742"/>
            <a:ext cx="3264362" cy="310457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91A4484-3621-9FBF-FC7C-E287F57F38F9}"/>
              </a:ext>
            </a:extLst>
          </p:cNvPr>
          <p:cNvSpPr/>
          <p:nvPr/>
        </p:nvSpPr>
        <p:spPr>
          <a:xfrm>
            <a:off x="5094514" y="3675742"/>
            <a:ext cx="3264363" cy="310457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0788BB2-6A35-E3E0-92C5-692EDC0346F9}"/>
              </a:ext>
            </a:extLst>
          </p:cNvPr>
          <p:cNvSpPr/>
          <p:nvPr/>
        </p:nvSpPr>
        <p:spPr>
          <a:xfrm>
            <a:off x="130630" y="3675742"/>
            <a:ext cx="4744817" cy="310457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9A91473-D71D-E7D5-6584-B6362D374971}"/>
              </a:ext>
            </a:extLst>
          </p:cNvPr>
          <p:cNvSpPr/>
          <p:nvPr/>
        </p:nvSpPr>
        <p:spPr>
          <a:xfrm>
            <a:off x="130630" y="957942"/>
            <a:ext cx="1959427" cy="255451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D72DB61B-621A-2B84-D579-F5BBA886C181}"/>
              </a:ext>
            </a:extLst>
          </p:cNvPr>
          <p:cNvSpPr/>
          <p:nvPr/>
        </p:nvSpPr>
        <p:spPr>
          <a:xfrm>
            <a:off x="2256973" y="957942"/>
            <a:ext cx="1959427" cy="255451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357A1549-2EA2-5CC1-ADD1-73DCB262AF94}"/>
              </a:ext>
            </a:extLst>
          </p:cNvPr>
          <p:cNvSpPr/>
          <p:nvPr/>
        </p:nvSpPr>
        <p:spPr>
          <a:xfrm>
            <a:off x="4383316" y="957940"/>
            <a:ext cx="1959427" cy="255451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B26867BB-09AA-7219-3AC6-E07733AC622F}"/>
              </a:ext>
            </a:extLst>
          </p:cNvPr>
          <p:cNvSpPr/>
          <p:nvPr/>
        </p:nvSpPr>
        <p:spPr>
          <a:xfrm>
            <a:off x="6509659" y="957940"/>
            <a:ext cx="1959427" cy="255451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E0E7BD9C-B294-30A0-D718-BE0D4AFE543C}"/>
              </a:ext>
            </a:extLst>
          </p:cNvPr>
          <p:cNvSpPr/>
          <p:nvPr/>
        </p:nvSpPr>
        <p:spPr>
          <a:xfrm>
            <a:off x="1741714" y="158987"/>
            <a:ext cx="9202057" cy="716975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>
                <a:latin typeface="Arial Black" panose="020B0A04020102020204" pitchFamily="34" charset="0"/>
              </a:rPr>
              <a:t>DASHBOARD RECURSOS HUMANOS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E7C88B29-EAF8-3D42-6DEC-6D2494356B07}"/>
              </a:ext>
            </a:extLst>
          </p:cNvPr>
          <p:cNvSpPr/>
          <p:nvPr/>
        </p:nvSpPr>
        <p:spPr>
          <a:xfrm>
            <a:off x="8636002" y="957939"/>
            <a:ext cx="3206304" cy="255451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74986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Black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 Tavares</dc:creator>
  <cp:lastModifiedBy>André Tavares</cp:lastModifiedBy>
  <cp:revision>1</cp:revision>
  <dcterms:created xsi:type="dcterms:W3CDTF">2026-02-12T09:46:29Z</dcterms:created>
  <dcterms:modified xsi:type="dcterms:W3CDTF">2026-02-12T10:12:02Z</dcterms:modified>
</cp:coreProperties>
</file>